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a:t>
            </a:r>
            <a:endParaRPr lang="en-US" dirty="0"/>
          </a:p>
          <a:p>
            <a:r>
              <a:rPr lang="en-US" dirty="0"/>
              <a:t>• SQLite – single-file DB with near-zero setup; balances survive restarts.</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r>
              <a:rPr lang="en-US" dirty="0"/>
              <a:t>A server database is the upgrade path if concurrent load ever matters.</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a:p>
            <a:endParaRPr lang="en-US" dirty="0"/>
          </a:p>
          <a:p>
            <a:r>
              <a:rPr lang="en-US" dirty="0"/>
              <a:t>Single user (SPEC). Cost: no user isolation. The spec defines one local user, so there is no login, session, or per-user data. Authentication is on the roadmap after idempotency and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a real rejected overdraft. The typed value stays visible, the error names the available balance, and persisted state is unchanged. Account versions turn stale writes into a safe retry instead of lost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tests are pure. Application tests use hand-written fakes. Integration and HTTP tests exercise the real host with an isolated SQLite file per test, including concurrency conflicts, atomic rollback, Post/Redirect/Get, security, and accessibility structure. Commands: dotnet restore Atm.sln; dotnet build Atm.sln --no-restore; dotnet test Atm.sln --no-build.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omissions are conscious. The roadmap begins with the correctness gap that Post/Redirect/Get does not solve: a retried network request. The phone capture proves the existing presentation adapter already reflows at 380 pixels.</a:t>
            </a:r>
            <a:endParaRPr lang="en-US" dirty="0"/>
          </a:p>
          <a:p>
            <a:endParaRPr lang="en-US" dirty="0"/>
          </a:p>
          <a:p>
            <a:r>
              <a:rPr lang="en-US" dirty="0"/>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594360">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594360">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594360">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594360">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585216">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Single user</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No user isolation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Failure leaves no partial state</a:t>
            </a:r>
            <a:endParaRPr lang="en-US" sz="3200" dirty="0"/>
          </a:p>
        </p:txBody>
      </p:sp>
      <p:sp>
        <p:nvSpPr>
          <p:cNvPr id="5" name="Text 2"/>
          <p:cNvSpPr txBox="1"/>
          <p:nvPr/>
        </p:nvSpPr>
        <p:spPr>
          <a:xfrm>
            <a:off x="585216" y="130759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01</a:t>
            </a:r>
            <a:endParaRPr lang="en-US" sz="1300" dirty="0"/>
          </a:p>
        </p:txBody>
      </p:sp>
      <p:sp>
        <p:nvSpPr>
          <p:cNvPr id="6" name="Text 3"/>
          <p:cNvSpPr txBox="1"/>
          <p:nvPr/>
        </p:nvSpPr>
        <p:spPr>
          <a:xfrm>
            <a:off x="1115568" y="126187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Validate before mutation</a:t>
            </a:r>
            <a:endParaRPr lang="en-US" sz="2000" dirty="0"/>
          </a:p>
        </p:txBody>
      </p:sp>
      <p:sp>
        <p:nvSpPr>
          <p:cNvPr id="7" name="Text 4"/>
          <p:cNvSpPr txBox="1"/>
          <p:nvPr/>
        </p:nvSpPr>
        <p:spPr>
          <a:xfrm>
            <a:off x="585216" y="231343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02</a:t>
            </a:r>
            <a:endParaRPr lang="en-US" sz="1300" dirty="0"/>
          </a:p>
        </p:txBody>
      </p:sp>
      <p:sp>
        <p:nvSpPr>
          <p:cNvPr id="8" name="Text 5"/>
          <p:cNvSpPr txBox="1"/>
          <p:nvPr/>
        </p:nvSpPr>
        <p:spPr>
          <a:xfrm>
            <a:off x="1115568" y="226771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Commit balance and history together</a:t>
            </a:r>
            <a:endParaRPr lang="en-US" sz="2000" dirty="0"/>
          </a:p>
        </p:txBody>
      </p:sp>
      <p:sp>
        <p:nvSpPr>
          <p:cNvPr id="9" name="Text 6"/>
          <p:cNvSpPr txBox="1"/>
          <p:nvPr/>
        </p:nvSpPr>
        <p:spPr>
          <a:xfrm>
            <a:off x="585216" y="331927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03</a:t>
            </a:r>
            <a:endParaRPr lang="en-US" sz="1300" dirty="0"/>
          </a:p>
        </p:txBody>
      </p:sp>
      <p:sp>
        <p:nvSpPr>
          <p:cNvPr id="10" name="Text 7"/>
          <p:cNvSpPr txBox="1"/>
          <p:nvPr/>
        </p:nvSpPr>
        <p:spPr>
          <a:xfrm>
            <a:off x="1115568" y="327355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Reject stale writes</a:t>
            </a:r>
            <a:endParaRPr lang="en-US" sz="2000" dirty="0"/>
          </a:p>
        </p:txBody>
      </p:sp>
      <p:sp>
        <p:nvSpPr>
          <p:cNvPr id="11" name="Shape 8"/>
          <p:cNvSpPr/>
          <p:nvPr/>
        </p:nvSpPr>
        <p:spPr>
          <a:xfrm>
            <a:off x="4233672" y="1133856"/>
            <a:ext cx="4325112" cy="3282696"/>
          </a:xfrm>
          <a:prstGeom prst="rect">
            <a:avLst/>
          </a:prstGeom>
          <a:solidFill>
            <a:srgbClr val="1B1B1B"/>
          </a:solidFill>
          <a:ln w="10160">
            <a:solidFill>
              <a:srgbClr val="333333"/>
            </a:solidFill>
            <a:prstDash val="solid"/>
          </a:ln>
        </p:spPr>
      </p:sp>
      <p:pic>
        <p:nvPicPr>
          <p:cNvPr id="12" name="Image 0" descr="/Users/john/theborg/repos/atm/design/screenshots/overdraft.png">    </p:cNvPr>
          <p:cNvPicPr>
            <a:picLocks noChangeAspect="1"/>
          </p:cNvPicPr>
          <p:nvPr/>
        </p:nvPicPr>
        <p:blipFill>
          <a:blip r:embed="rId1"/>
          <a:stretch>
            <a:fillRect/>
          </a:stretch>
        </p:blipFill>
        <p:spPr>
          <a:xfrm>
            <a:off x="4270248" y="1170432"/>
            <a:ext cx="4251960" cy="3209544"/>
          </a:xfrm>
          <a:prstGeom prst="rect">
            <a:avLst/>
          </a:prstGeom>
        </p:spPr>
      </p:pic>
      <p:sp>
        <p:nvSpPr>
          <p:cNvPr id="13" name="Text 9"/>
          <p:cNvSpPr txBox="1"/>
          <p:nvPr/>
        </p:nvSpPr>
        <p:spPr>
          <a:xfrm>
            <a:off x="4233672" y="4489704"/>
            <a:ext cx="4325112" cy="201168"/>
          </a:xfrm>
          <a:prstGeom prst="rect">
            <a:avLst/>
          </a:prstGeom>
          <a:noFill/>
          <a:ln/>
        </p:spPr>
        <p:txBody>
          <a:bodyPr wrap="square" lIns="0" tIns="0" rIns="0" bIns="0" rtlCol="0" anchor="t">
            <a:normAutofit/>
          </a:bodyPr>
          <a:lstStyle/>
          <a:p>
            <a:pPr algn="r" indent="0" marL="0">
              <a:buNone/>
            </a:pPr>
            <a:r>
              <a:rPr lang="en-US" sz="1150" b="1" dirty="0">
                <a:solidFill>
                  <a:srgbClr val="00F604"/>
                </a:solidFill>
                <a:latin typeface="Avenir Next" pitchFamily="34" charset="0"/>
                <a:ea typeface="Avenir Next" pitchFamily="34" charset="-122"/>
                <a:cs typeface="Avenir Next" pitchFamily="34" charset="-120"/>
              </a:rPr>
              <a:t>Rejected overdraft. Persisted state stays unchanged.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Invariants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Success receipt after Post/Redirect/Get.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Tradeoffs and 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1" name="Text 8"/>
          <p:cNvSpPr txBox="1"/>
          <p:nvPr/>
        </p:nvSpPr>
        <p:spPr>
          <a:xfrm>
            <a:off x="3383280" y="1536192"/>
            <a:ext cx="2487168"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Idempotency,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THEN</a:t>
            </a:r>
            <a:endParaRPr lang="en-US" sz="1100" dirty="0"/>
          </a:p>
        </p:txBody>
      </p:sp>
      <p:sp>
        <p:nvSpPr>
          <p:cNvPr id="13" name="Text 10"/>
          <p:cNvSpPr txBox="1"/>
          <p:nvPr/>
        </p:nvSpPr>
        <p:spPr>
          <a:xfrm>
            <a:off x="3383280" y="2514600"/>
            <a:ext cx="2487168"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487168"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2026-09-26T21:48:10Z</dcterms:created>
  <dcterms:modified xsi:type="dcterms:W3CDTF">2026-09-26T21:48:10Z</dcterms:modified>
</cp:coreProperties>
</file>